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21242"/>
                </a:solidFill>
                <a:latin typeface="Calibri"/>
              </a:defRPr>
            </a:pPr>
            <a:r>
              <a:t>NWB Data Conversion</a:t>
            </a:r>
            <a:br/>
            <a:r>
              <a:t>&amp; DANDI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696A0"/>
                </a:solidFill>
                <a:latin typeface="Calibri"/>
              </a:defRPr>
            </a:pPr>
            <a:r>
              <a:t>Standardizing Neurophysiology Data for Open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Calibri"/>
              </a:defRPr>
            </a:pPr>
            <a:r>
              <a:t>Ben Dichter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696A0"/>
                </a:solidFill>
                <a:latin typeface="Calibri"/>
              </a:defRPr>
            </a:pPr>
            <a:r>
              <a:t>Founder, CatalystNeuro</a:t>
            </a:r>
          </a:p>
        </p:txBody>
      </p:sp>
      <p:pic>
        <p:nvPicPr>
          <p:cNvPr id="6" name="Picture 5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743200" cy="2475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696A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21242"/>
                </a:solidFill>
                <a:latin typeface="Calibri"/>
              </a:defRPr>
            </a:pPr>
            <a:r>
              <a:t>Why neurophysiology data</a:t>
            </a:r>
            <a:br/>
            <a:r>
              <a:t>needs standardization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horizont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539768"/>
            <a:ext cx="1097280" cy="234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97D"/>
                </a:solidFill>
                <a:latin typeface="Calibri"/>
              </a:defRPr>
            </a:pPr>
            <a:r>
              <a:t>Benjamin Dichter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10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NWB Data Conversion &amp; DANDI Publishing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The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Need for neurophysiology data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200">
                <a:solidFill>
                  <a:srgbClr val="323237"/>
                </a:solidFill>
                <a:latin typeface="Calibri"/>
              </a:defRPr>
            </a:pPr>
            <a:r>
              <a:t>-   Data are expensive to collect (money, time, animal use)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200">
                <a:solidFill>
                  <a:srgbClr val="323237"/>
                </a:solidFill>
                <a:latin typeface="Calibri"/>
              </a:defRPr>
            </a:pPr>
            <a:r>
              <a:t>-   Sharing neurophysiology data within a lab and with collaborators is tedious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200">
                <a:solidFill>
                  <a:srgbClr val="323237"/>
                </a:solidFill>
                <a:latin typeface="Calibri"/>
              </a:defRPr>
            </a:pPr>
            <a:r>
              <a:t>-   Sharing scientific software is also difficult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200">
                <a:solidFill>
                  <a:srgbClr val="323237"/>
                </a:solidFill>
                <a:latin typeface="Calibri"/>
              </a:defRPr>
            </a:pPr>
            <a:r>
              <a:t>-   It is often easier to just collect new data and build new tools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200">
                <a:solidFill>
                  <a:srgbClr val="323237"/>
                </a:solidFill>
                <a:latin typeface="Calibri"/>
              </a:defRPr>
            </a:pPr>
            <a:r>
              <a:t>-   Difficult for labs to devote time and effort to sharing data and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horizont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539768"/>
            <a:ext cx="1097280" cy="234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97D"/>
                </a:solidFill>
                <a:latin typeface="Calibri"/>
              </a:defRPr>
            </a:pPr>
            <a:r>
              <a:t>Benjamin Dichter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10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NWB Data Conversion &amp; DANDI Publishing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The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65A5"/>
                </a:solidFill>
                <a:latin typeface="Calibri"/>
              </a:defRPr>
            </a:pPr>
            <a:r>
              <a:t>NWB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Automated pipeline from 40+ formats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Full metadata preservation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Validation against NWB schema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Handles multi-modal recordings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65A5"/>
                </a:solidFill>
                <a:latin typeface="Calibri"/>
              </a:defRPr>
            </a:pPr>
            <a:r>
              <a:t>DANDI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Upload to DANDI Archive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DOI minting for citation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BIDS-compatible organization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323237"/>
                </a:solidFill>
                <a:latin typeface="Calibri"/>
              </a:defRPr>
            </a:pPr>
            <a:r>
              <a:t>-   Streaming access via LINDI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horizontal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539768"/>
            <a:ext cx="1097280" cy="234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97D"/>
                </a:solidFill>
                <a:latin typeface="Calibri"/>
              </a:defRPr>
            </a:pPr>
            <a:r>
              <a:t>Benjamin Dichter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10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NWB Data Conversion &amp; DANDI Publishing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Our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orizonta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71600"/>
            <a:ext cx="5029200" cy="12773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21242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765A5"/>
                </a:solidFill>
                <a:latin typeface="Calibri"/>
              </a:defRPr>
            </a:pPr>
            <a:r>
              <a:t>ben.dichter@catalystneuro.com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96A0"/>
                </a:solidFill>
                <a:latin typeface="Calibri"/>
              </a:defRPr>
            </a:pPr>
            <a:r>
              <a:t>www.catalystneuro.com  |  github.com/catalystneuro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horizonta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539768"/>
            <a:ext cx="1097280" cy="23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6510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97D"/>
                </a:solidFill>
                <a:latin typeface="Calibri"/>
              </a:defRPr>
            </a:pPr>
            <a:r>
              <a:t>Benjamin Dichter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510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NWB Data Conversion &amp; DANDI Publishing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